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DAMA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Dhamma Alignment &amp; Verification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Core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No distortion.</a:t>
            </a:r>
            <a:br/>
            <a:r>
              <a:t>Only what is grounded.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People don’t lack information.</a:t>
            </a:r>
            <a:br/>
            <a:r>
              <a:t>They lack undistorted understanding.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Today’s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Fragmented</a:t>
            </a:r>
            <a:br/>
            <a:r>
              <a:t>Mixed across traditions</a:t>
            </a:r>
            <a:br/>
            <a:r>
              <a:t>Optimized for engagement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AI Makes It Worse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Fast answers</a:t>
            </a:r>
            <a:br/>
            <a:r>
              <a:t>Feels right ≠ true</a:t>
            </a:r>
            <a:br/>
            <a:r>
              <a:t>No accountability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Distortion in Dhamma is not a small error.</a:t>
            </a:r>
            <a:br/>
            <a:r>
              <a:t>It breaks the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What DAMA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Not a chatbot.</a:t>
            </a:r>
            <a:br/>
            <a:r>
              <a:t>Not content generation.</a:t>
            </a:r>
            <a:br/>
            <a:r>
              <a:t>Not opinion.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What DAMA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A verification-first system.</a:t>
            </a:r>
            <a:br/>
            <a:r>
              <a:t>Evidence before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Canon</a:t>
            </a:r>
            <a:br/>
            <a:r>
              <a:t>(Primary source)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Level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Structured extraction</a:t>
            </a:r>
            <a:br/>
            <a:r>
              <a:t>Mapping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Level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Accurate Pali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Level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Trusted commentary</a:t>
            </a:r>
            <a:br/>
            <a:r>
              <a:t>(Linked, not mixed)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Level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Soft analogy</a:t>
            </a:r>
            <a:br/>
            <a:r>
              <a:t>→ converges to canon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Example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Why am I anxious?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Feeling → Craving → Clinging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Anguttara Nikaya structure</a:t>
            </a:r>
            <a:br/>
            <a:r>
              <a:t>(Enumerated teaching)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Canon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Direct source quote</a:t>
            </a:r>
            <a:br/>
            <a:r>
              <a:t>(traceable)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Commentary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Teacher explanation</a:t>
            </a:r>
            <a:br/>
            <a:r>
              <a:t>(aligned)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Final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Built only from evidence.</a:t>
            </a:r>
            <a:br/>
            <a:r>
              <a:t>No invention.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Teaching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Starts simple.</a:t>
            </a:r>
            <a:br/>
            <a:r>
              <a:t>Grows with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Each chain becomes your path.</a:t>
            </a:r>
            <a:br/>
            <a:r>
              <a:t>Progress is natural.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Core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Retrieval → Verification →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Everything is inspectable.</a:t>
            </a:r>
            <a:br/>
            <a:r>
              <a:t>Nothing hidden.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Continuously expanding corpus.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Strict layer separation.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Sharding, queues, resilient infra.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Canon is fixed.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Evidence before generation.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Separation of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Full traceability.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Japan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Mindar / Buddharoid</a:t>
            </a:r>
            <a:br/>
            <a:r>
              <a:t>Real deployment exists.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They lack grounding.</a:t>
            </a:r>
            <a:br/>
            <a:r>
              <a:t>DAMA provides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Dhamma becomes 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Systems move toward truth.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Law</a:t>
            </a:r>
            <a:br/>
            <a:r>
              <a:t>Medicine</a:t>
            </a:r>
            <a:br/>
            <a:r>
              <a:t>Education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Not fighting drift.</a:t>
            </a:r>
            <a:br/>
            <a:r>
              <a:t>Building alignment.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Preservation first.</a:t>
            </a:r>
            <a:br/>
            <a:r>
              <a:t>Everything else follows.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</a:defRPr>
            </a:pPr>
            <a:r>
              <a:t>CTA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Open to collaboration.</a:t>
            </a:r>
            <a:br/>
            <a:r>
              <a:t>Try the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0"/>
            <a:ext cx="2743200" cy="18288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